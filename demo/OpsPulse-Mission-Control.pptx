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OpsPulse as both a working incident-management product and the DevOps platform used to deliver it. The screenshots use local demonstration data; cloud infrastructure is prepared but the AWS demo is deferred.
[Sources]
https://github.com/Chhavi07-arch/OpsPulse-devops-platform/blob/fa87670/README.md
https://github.com/Chhavi07-arch/OpsPulse-devops-platform/blob/fa87670/application/frontend/public/images/orbital-earth.png
Screenshots: captured from running local OpsPulse UI/API on 14 October 2026 using seeded demonstration data; CI screenshot is the actual public workflow run.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intended use case: an on-call team needs a shared record during an incident. These are product design goals, not measured improvements in a real organisation.
[Sources]
https://github.com/Chhavi07-arch/OpsPulse-devops-platform/blob/fa87670/application/frontend/src/pages/Overview.jsx
https://github.com/Chhavi07-arch/OpsPulse-devops-platform/blob/fa87670/application/backend/app
Screenshots: captured from running local OpsPulse UI/API on 14 October 2026 using seeded demonstration data; CI screenshot is the actual public workflow run.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live application entry point. The navigation leads to incidents, services and the public status page. Counts come from the local API and seeded records, not static screenshot annotations.
[Sources]
https://github.com/Chhavi07-arch/OpsPulse-devops-platform/blob/fa87670/application/frontend/src/components/OrbitHero.jsx
Screenshots: captured from running local OpsPulse UI/API on 14 October 2026 using seeded demonstration data; CI screenshot is the actual public workflow run.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active incidents, MTTR, service health, trends and severity. Numbers shown are seeded demonstration values, not real production SLOs. Service health is derived from incident records; the app does not independently probe the example services.
[Sources]
https://github.com/Chhavi07-arch/OpsPulse-devops-platform/blob/fa87670/application/frontend/src/pages/Overview.jsx
https://github.com/Chhavi07-arch/OpsPulse-devops-platform/blob/fa87670/application/backend/app
Screenshots: captured from running local OpsPulse UI/API on 14 October 2026 using seeded demonstration data; CI screenshot is the actual public workflow run.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the declared checkout incident and the Identified update. Explain that author names are manually entered; there is no authentication or verified identity yet. The incident can be resolved or reopened.
[Sources]
https://github.com/Chhavi07-arch/OpsPulse-devops-platform/blob/fa87670/application/frontend/src/pages/IncidentDetail.jsx
https://github.com/Chhavi07-arch/OpsPulse-devops-platform/blob/fa87670/application/backend/app
Screenshots: captured from running local OpsPulse UI/API on 14 October 2026 using seeded demonstration data; CI screenshot is the actual public workflow run.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service teams and tiers. Service status is derived from the most severe active incident. Relationships are preserved when a service has incident history.
[Sources]
https://github.com/Chhavi07-arch/OpsPulse-devops-platform/blob/fa87670/application/frontend/src/pages/Services.jsx
Screenshots: captured from running local OpsPulse UI/API on 14 October 2026 using seeded demonstration data; CI screenshot is the actual public workflow run.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public page and its uptime history. Interval merging prevents duplicate downtime when multiple incidents affect the same service. Values are demonstrations.
[Sources]
https://github.com/Chhavi07-arch/OpsPulse-devops-platform/blob/fa87670/application/frontend/src/pages/StatusPage.jsx
https://github.com/Chhavi07-arch/OpsPulse-devops-platform/blob/fa87670/application/backend/app
https://github.com/Chhavi07-arch/OpsPulse-devops-platform/blob/fa87670/application/backend/tests
Screenshots: captured from running local OpsPulse UI/API on 14 October 2026 using seeded demonstration data; CI screenshot is the actual public workflow run.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 desktop light-mode view and mobile dark-mode overview. The mobile viewport was tested for horizontal overflow. Forms and status updates stay part of the same product workflow.
[Sources]
https://github.com/Chhavi07-arch/OpsPulse-devops-platform/blob/fa87670/application/frontend/src
Screenshots: captured from running local OpsPulse UI/API on 14 October 2026 using seeded demonstration data; CI screenshot is the actual public workflow run.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a browser request. Kubernetes ingress routes to the frontend or API; Nginx also proxies /api. SQLAlchemy maps the entities and Alembic manages schema changes. SQLite is used only for this isolated screenshot session and tests.
[Sources]
https://github.com/Chhavi07-arch/OpsPulse-devops-platform/blob/fa87670/docker/docker-compose.yml
https://github.com/Chhavi07-arch/OpsPulse-devops-platform/blob/fa87670/helm/opspulse/templates/ingress.yaml
https://github.com/Chhavi07-arch/OpsPulse-devops-platform/blob/fa87670/application/backend/app/models.py
Screenshots: captured from running local OpsPulse UI/API on 14 October 2026 using seeded demonstration data; CI screenshot is the actual public workflow run.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localhost:8000/docs during a live demonstration if time allows. Explain request validation and the different purposes of health, readiness and metrics.
[Sources]
https://github.com/Chhavi07-arch/OpsPulse-devops-platform/blob/fa87670/application/backend/app/main.py
Screenshots: captured from running local OpsPulse UI/API on 14 October 2026 using seeded demonstration data; CI screenshot is the actual public workflow run.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run 38599535048 for fa87670. All ten jobs passed, including two image builds and a real temporary kind deployment. Pull requests validate but do not publish/promote. This does not prove a separate Codespace or AWS deployment is currently running.
[Sources]
https://github.com/Chhavi07-arch/OpsPulse-devops-platform/actions/runs/38599535048
https://github.com/Chhavi07-arch/OpsPulse-devops-platform/blob/fa87670/.github/workflows/ci-cd.yml
Screenshots: captured from running local OpsPulse UI/API on 14 October 2026 using seeded demonstration data; CI screenshot is the actual public workflow run.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CI log reports 30 passing tests and total backend coverage of 97%. Coverage does not refer to frontend or infrastructure. Explain service CRUD, validation, incident lifecycle, statistics and outage edge cases. The Helm smoke test checks readiness and service endpoints.
[Sources]
https://github.com/Chhavi07-arch/OpsPulse-devops-platform/actions/runs/38599535048
https://github.com/Chhavi07-arch/OpsPulse-devops-platform/blob/fa87670/application/backend/tests
https://github.com/Chhavi07-arch/OpsPulse-devops-platform/blob/fa87670/helm/opspulse/templates/tests/test-api.yaml
Screenshots: captured from running local OpsPulse UI/API on 14 October 2026 using seeded demonstration data; CI screenshot is the actual public workflow run.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gates block fixable HIGH/CRITICAL findings. Unfixed findings remain visible, and two EKS IaC exceptions are documented in security/.trivyignore. No scan proves the absence of all vulnerabilities. The application has no sign-in or role enforcement yet.
[Sources]
https://github.com/Chhavi07-arch/OpsPulse-devops-platform/blob/fa87670/.github/workflows/ci-cd.yml
https://github.com/Chhavi07-arch/OpsPulse-devops-platform/blob/fa87670/security/.trivyignore
https://github.com/Chhavi07-arch/OpsPulse-devops-platform/blob/fa87670/helm/opspulse/templates
Screenshots: captured from running local OpsPulse UI/API on 14 October 2026 using seeded demonstration data; CI screenshot is the actual public workflow run.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multiple replicas alone are insufficient: probes control traffic, persistence survives pod replacement, and migration locking avoids concurrent schema changes. Defaults can be overridden by environment values.
[Sources]
https://github.com/Chhavi07-arch/OpsPulse-devops-platform/blob/fa87670/helm/opspulse/values.yaml
https://github.com/Chhavi07-arch/OpsPulse-devops-platform/blob/fa87670/helm/opspulse/templates/backend.yaml
https://github.com/Chhavi07-arch/OpsPulse-devops-platform/blob/fa87670/helm/opspulse/templates/frontend.yaml
https://github.com/Chhavi07-arch/OpsPulse-devops-platform/blob/fa87670/helm/opspulse/templates/postgres.yaml
https://github.com/Chhavi07-arch/OpsPulse-devops-platform/blob/fa87670/application/backend/alembic
Screenshots: captured from running local OpsPulse UI/API on 14 October 2026 using seeded demonstration data; CI screenshot is the actual public workflow run.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multi-source Argo CD Application: chart and values come from the same repository. ServerSideDiff=true was added while investigating StatefulSet differences. Current live Argo CD status is not asserted by this slide; it describes implemented configuration and verified promotion.
[Sources]
https://github.com/Chhavi07-arch/OpsPulse-devops-platform/blob/fa87670/gitops/argocd/application.yaml
https://github.com/Chhavi07-arch/OpsPulse-devops-platform/blob/fa87670/gitops/environments/production/values.yaml
https://github.com/Chhavi07-arch/OpsPulse-devops-platform/blob/fa87670/.github/workflows/ci-cd.yml
Screenshots: captured from running local OpsPulse UI/API on 14 October 2026 using seeded demonstration data; CI screenshot is the actual public workflow run.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ServiceMonitor discovers the API metrics. PrometheusRule defines alerts and a ConfigMap provisions the Grafana dashboard when the operator stack is installed. JSON logs include request identifiers and timing. This presentation intentionally omits extra monitoring/terminal captures.
[Sources]
https://github.com/Chhavi07-arch/OpsPulse-devops-platform/blob/fa87670/helm/opspulse/templates/monitoring.yaml
https://github.com/Chhavi07-arch/OpsPulse-devops-platform/blob/fa87670/monitoring/kube-prometheus-stack-values.yaml
https://github.com/Chhavi07-arch/OpsPulse-devops-platform/blob/fa87670/application/backend/app
Screenshots: captured from running local OpsPulse UI/API on 14 October 2026 using seeded demonstration data; CI screenshot is the actual public workflow run.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successful Terraform plan reports 60 create, 0 change, 0 destroy. No apply has run. The demo was explicitly deferred by the owner. The $1–$2 figure is a total spending target, not an enforced cap; AWS metering and cleanup can lag. Refresh the plan and access CIDR before a future launch. Existing promotional credits are not permission to spend more.
[Sources]
https://github.com/Chhavi07-arch/OpsPulse-devops-platform/blob/fa87670/terraform/main.tf
https://github.com/Chhavi07-arch/OpsPulse-devops-platform/blob/fa87670/terraform/variables.tf
https://github.com/Chhavi07-arch/OpsPulse-devops-platform/blob/fa87670/docs/operations-guide.md
Screenshots: captured from running local OpsPulse UI/API on 14 October 2026 using seeded demonstration data; CI screenshot is the actual public workflow run.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trigger, fix and verification for each issue. Migration init containers can run concurrently on replica startup. Overlapping incidents should not double downtime. A module-wide Terraform depends_on deferred lookups and broke resource counts; a scoped dependency restored the full plan.
[Sources]
https://github.com/Chhavi07-arch/OpsPulse-devops-platform/blob/fa87670/application/backend/alembic
https://github.com/Chhavi07-arch/OpsPulse-devops-platform/blob/fa87670/application/backend/tests
https://github.com/Chhavi07-arch/OpsPulse-devops-platform/blob/fa87670/terraform/main.tf
Screenshots: captured from running local OpsPulse UI/API on 14 October 2026 using seeded demonstration data; CI screenshot is the actual public workflow run.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connecting the original problem to the result: a shared incident record delivered through a tested pipeline. Distinguish the completed implementation from future product features and the deferred AWS demonstration. Invite questions.
[Sources]
https://github.com/Chhavi07-arch/OpsPulse-devops-platform/blob/fa87670/README.md
Screenshots: captured from running local OpsPulse UI/API on 14 October 2026 using seeded demonstration data; CI screenshot is the actual public workflow run.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hhaviahlawat/Desktop/devops-final-project/application/frontend/public/images/orbital-ear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35000"/>
            <a:ext cx="12192000" cy="812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21  /  FINAL DEVOPS PROJECT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94360" y="20116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OpsPulse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640080" y="315468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control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incidents.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5806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Chhavi Ahlawat  ·  24BCS10201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Incidents need a shared operational picture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530352" y="149961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OpsPulse brings impact, ownership and communication into one workflow.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83112" cy="0"/>
          </a:xfrm>
          <a:prstGeom prst="line">
            <a:avLst/>
          </a:prstGeom>
          <a:noFill/>
          <a:ln w="12700">
            <a:solidFill>
              <a:srgbClr val="2941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OPSPULSE  /  CHHAVI AHLAWAT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4922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224028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impact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43000" y="2788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affected services and prioritise by severity.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48640" y="35204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352044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 the response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143000" y="406908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ownership, status changes and a response timeline.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48640" y="48006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480060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users informed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143000" y="53492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the current impact and incident history.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PRODUCT TOUR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landing page built around operational clarity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530352" y="149961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space-inspired interface with a restrained mint palette.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83112" cy="0"/>
          </a:xfrm>
          <a:prstGeom prst="line">
            <a:avLst/>
          </a:prstGeom>
          <a:noFill/>
          <a:ln w="12700">
            <a:solidFill>
              <a:srgbClr val="2941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OPSPULSE  /  CHHAVI AHLAWAT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4922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pic>
        <p:nvPicPr>
          <p:cNvPr id="8" name="Image 0" descr="/Users/chhaviahlawat/Desktop/devops-final-project/docs/screenshots/landing-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5980" y="2011680"/>
            <a:ext cx="7476992" cy="41788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impact before opening an incident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530352" y="149961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overview combines response KPIs with current service health.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83112" cy="0"/>
          </a:xfrm>
          <a:prstGeom prst="line">
            <a:avLst/>
          </a:prstGeom>
          <a:noFill/>
          <a:ln w="12700">
            <a:solidFill>
              <a:srgbClr val="2941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OPSPULSE  /  CHHAVI AHLAWAT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4922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pic>
        <p:nvPicPr>
          <p:cNvPr id="8" name="Image 0" descr="/Users/chhaviahlawat/Desktop/devops-final-project/docs/screenshots/operations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5944" y="2029968"/>
            <a:ext cx="5434992" cy="41330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0" y="2423160"/>
            <a:ext cx="2468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active incidents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6 services operational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data</a:t>
            </a:r>
            <a:endParaRPr lang="en-US" sz="2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RESPONSE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timeline keeps the response moving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530352" y="149961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Investigating → Identified → Monitoring → Resolved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83112" cy="0"/>
          </a:xfrm>
          <a:prstGeom prst="line">
            <a:avLst/>
          </a:prstGeom>
          <a:noFill/>
          <a:ln w="12700">
            <a:solidFill>
              <a:srgbClr val="2941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OPSPULSE  /  CHHAVI AHLAWAT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4922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pic>
        <p:nvPicPr>
          <p:cNvPr id="8" name="Image 0" descr="/Users/chhaviahlawat/Desktop/devops-final-project/docs/screenshots/incident-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3169" y="2029968"/>
            <a:ext cx="5780543" cy="41330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0" y="2423160"/>
            <a:ext cx="2468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Timestamped updates</a:t>
            </a:r>
            <a:endParaRPr lang="en-US" sz="2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SERVICE CATALOGUE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each service to its owner and incidents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530352" y="149961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catalogue links service criticality, team ownership and current impact.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83112" cy="0"/>
          </a:xfrm>
          <a:prstGeom prst="line">
            <a:avLst/>
          </a:prstGeom>
          <a:noFill/>
          <a:ln w="12700">
            <a:solidFill>
              <a:srgbClr val="2941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OPSPULSE  /  CHHAVI AHLAWAT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4922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pic>
        <p:nvPicPr>
          <p:cNvPr id="8" name="Image 0" descr="/Users/chhaviahlawat/Desktop/devops-final-project/docs/screenshots/servi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5496" y="1975104"/>
            <a:ext cx="6510528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PUBLIC COMMUNICATION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status without exposing the response console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530352" y="149961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Thirty-day history is calculated from recorded incidents.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83112" cy="0"/>
          </a:xfrm>
          <a:prstGeom prst="line">
            <a:avLst/>
          </a:prstGeom>
          <a:noFill/>
          <a:ln w="12700">
            <a:solidFill>
              <a:srgbClr val="2941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OPSPULSE  /  CHHAVI AHLAWAT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4922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pic>
        <p:nvPicPr>
          <p:cNvPr id="8" name="Image 0" descr="/Users/chhaviahlawat/Desktop/devops-final-project/docs/screenshots/uptime-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9056" y="2057400"/>
            <a:ext cx="4708689" cy="4114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503920" y="242316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outage interval,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counted once.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8503920" y="3703320"/>
            <a:ext cx="31546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Overlapping outages are merged before uptime is calculated.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A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incident-derived figures, not external probe measurements.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INTERFACE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experience adapts to different screens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530352" y="149961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navigation, light/dark themes and clear feedback states.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83112" cy="0"/>
          </a:xfrm>
          <a:prstGeom prst="line">
            <a:avLst/>
          </a:prstGeom>
          <a:noFill/>
          <a:ln w="12700">
            <a:solidFill>
              <a:srgbClr val="2941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OPSPULSE  /  CHHAVI AHLAWAT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4922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  <p:pic>
        <p:nvPicPr>
          <p:cNvPr id="8" name="Image 0" descr="/Users/chhaviahlawat/Desktop/devops-final-project/docs/screenshots/services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2224" y="2103120"/>
            <a:ext cx="6291072" cy="3931920"/>
          </a:xfrm>
          <a:prstGeom prst="rect">
            <a:avLst/>
          </a:prstGeom>
        </p:spPr>
      </p:pic>
      <p:pic>
        <p:nvPicPr>
          <p:cNvPr id="9" name="Image 1" descr="/Users/chhaviahlawat/Desktop/devops-final-project/docs/screenshots/overview-mob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969242"/>
            <a:ext cx="1965960" cy="425453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application layers form one release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530352" y="149961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presents the workflow; FastAPI validates it; PostgreSQL persists it.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83112" cy="0"/>
          </a:xfrm>
          <a:prstGeom prst="line">
            <a:avLst/>
          </a:prstGeom>
          <a:noFill/>
          <a:ln w="12700">
            <a:solidFill>
              <a:srgbClr val="2941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OPSPULSE  /  CHHAVI AHLAWAT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4922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88920" y="3127248"/>
            <a:ext cx="731520" cy="0"/>
          </a:xfrm>
          <a:prstGeom prst="line">
            <a:avLst/>
          </a:prstGeom>
          <a:noFill/>
          <a:ln w="25400">
            <a:solidFill>
              <a:srgbClr val="B4E8C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715000" y="3127248"/>
            <a:ext cx="731520" cy="0"/>
          </a:xfrm>
          <a:prstGeom prst="line">
            <a:avLst/>
          </a:prstGeom>
          <a:noFill/>
          <a:ln w="25400">
            <a:solidFill>
              <a:srgbClr val="B4E8C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641080" y="3127248"/>
            <a:ext cx="731520" cy="0"/>
          </a:xfrm>
          <a:prstGeom prst="line">
            <a:avLst/>
          </a:prstGeom>
          <a:noFill/>
          <a:ln w="25400">
            <a:solidFill>
              <a:srgbClr val="B4E8C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94360" y="2651760"/>
            <a:ext cx="2194560" cy="960120"/>
          </a:xfrm>
          <a:prstGeom prst="rect">
            <a:avLst/>
          </a:prstGeom>
          <a:solidFill>
            <a:srgbClr val="12231D"/>
          </a:solidFill>
          <a:ln w="12700">
            <a:solidFill>
              <a:srgbClr val="2941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8986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94360" y="3794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client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520440" y="2651760"/>
            <a:ext cx="2194560" cy="960120"/>
          </a:xfrm>
          <a:prstGeom prst="rect">
            <a:avLst/>
          </a:prstGeom>
          <a:solidFill>
            <a:srgbClr val="12231D"/>
          </a:solidFill>
          <a:ln w="12700">
            <a:solidFill>
              <a:srgbClr val="29413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28986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Nginx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20440" y="3794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and API proxy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446520" y="2651760"/>
            <a:ext cx="2194560" cy="960120"/>
          </a:xfrm>
          <a:prstGeom prst="rect">
            <a:avLst/>
          </a:prstGeom>
          <a:solidFill>
            <a:srgbClr val="12231D"/>
          </a:solidFill>
          <a:ln w="12700">
            <a:solidFill>
              <a:srgbClr val="2941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28986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446520" y="3794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and logic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372600" y="2651760"/>
            <a:ext cx="2194560" cy="960120"/>
          </a:xfrm>
          <a:prstGeom prst="rect">
            <a:avLst/>
          </a:prstGeom>
          <a:solidFill>
            <a:srgbClr val="12231D"/>
          </a:solidFill>
          <a:ln w="12700">
            <a:solidFill>
              <a:srgbClr val="29413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64040" y="28986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372600" y="3794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history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0080" y="48737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 →  Incident  →  IncidentUpdate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 and Kubernetes use PostgreSQL. Screenshots use an isolated SQLite demo database.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API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documented API keeps behaviour explicit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530352" y="149961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OpenAPI documentation is served directly by FastAPI.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83112" cy="0"/>
          </a:xfrm>
          <a:prstGeom prst="line">
            <a:avLst/>
          </a:prstGeom>
          <a:noFill/>
          <a:ln w="12700">
            <a:solidFill>
              <a:srgbClr val="2941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OPSPULSE  /  CHHAVI AHLAWAT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4922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pic>
        <p:nvPicPr>
          <p:cNvPr id="8" name="Image 0" descr="/Users/chhaviahlawat/Desktop/devops-final-project/docs/screenshots/api-do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993392"/>
            <a:ext cx="4224528" cy="42245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0" y="228600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/api/services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943600" y="27889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Catalogue and ownership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943600" y="347472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/api/incidents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5943600" y="39776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and timeline updates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943600" y="466344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/health  ·  /ready  ·  /metrics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5943600" y="516636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health, database readiness and telemetry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CONTINUOUS DELIVERY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release must pass the delivery gates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530352" y="149961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actual successful workflow run provides repeatable evidence.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83112" cy="0"/>
          </a:xfrm>
          <a:prstGeom prst="line">
            <a:avLst/>
          </a:prstGeom>
          <a:noFill/>
          <a:ln w="12700">
            <a:solidFill>
              <a:srgbClr val="2941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OPSPULSE  /  CHHAVI AHLAWAT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4922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pic>
        <p:nvPicPr>
          <p:cNvPr id="8" name="Image 0" descr="/Users/chhaviahlawat/Desktop/devops-final-project/docs/screenshots/ci-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4518" y="2029968"/>
            <a:ext cx="6700723" cy="41879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235440" y="24231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jobs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passed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9235440" y="3977640"/>
            <a:ext cx="2331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→ scans → images → kind + Helm → GitOps promotion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VERIFICATION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check behaviour and deployment readiness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530352" y="149961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from the successful CI run for commit fa87670.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83112" cy="0"/>
          </a:xfrm>
          <a:prstGeom prst="line">
            <a:avLst/>
          </a:prstGeom>
          <a:noFill/>
          <a:ln w="12700">
            <a:solidFill>
              <a:srgbClr val="2941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OPSPULSE  /  CHHAVI AHLAWAT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4922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28600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760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tests passed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0" y="228600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7600" dirty="0"/>
          </a:p>
        </p:txBody>
      </p:sp>
      <p:sp>
        <p:nvSpPr>
          <p:cNvPr id="11" name="Text 9"/>
          <p:cNvSpPr/>
          <p:nvPr/>
        </p:nvSpPr>
        <p:spPr>
          <a:xfrm>
            <a:off x="6446520" y="35661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coverage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40080" y="4343400"/>
            <a:ext cx="10881360" cy="0"/>
          </a:xfrm>
          <a:prstGeom prst="line">
            <a:avLst/>
          </a:prstGeom>
          <a:noFill/>
          <a:ln w="12700">
            <a:solidFill>
              <a:srgbClr val="2941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6634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unit tests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937760" y="4681728"/>
            <a:ext cx="6492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lint/build, Helm installation in kind, and in-cluster endpoint checks.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DEVSECOPS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checks run before image promotion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530352" y="149961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Build-time gates and runtime controls address different failure modes.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83112" cy="0"/>
          </a:xfrm>
          <a:prstGeom prst="line">
            <a:avLst/>
          </a:prstGeom>
          <a:noFill/>
          <a:ln w="12700">
            <a:solidFill>
              <a:srgbClr val="2941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OPSPULSE  /  CHHAVI AHLAWAT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4922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release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53035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Bandit + Semgrep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Dependencies: pip-audit + npm audit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Secrets: Gitleaks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IaC and images: Trivy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400800" y="2240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runtime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400800" y="2971800"/>
            <a:ext cx="51663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Non-root containers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root filesystems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Dropped Linux capabilities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 PostgreSQL ingress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A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boundary: write APIs stay private; authentication and RBAC are future work.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KUBERNETES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checks, replicas and storage work together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530352" y="149961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Helm chart packages operational behaviour with the application.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83112" cy="0"/>
          </a:xfrm>
          <a:prstGeom prst="line">
            <a:avLst/>
          </a:prstGeom>
          <a:noFill/>
          <a:ln w="12700">
            <a:solidFill>
              <a:srgbClr val="2941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OPSPULSE  /  CHHAVI AHLAWAT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4922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00400" y="214884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frontend and two backend replicas; disruption budgets retain one.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40080" y="2944368"/>
            <a:ext cx="10881360" cy="0"/>
          </a:xfrm>
          <a:prstGeom prst="line">
            <a:avLst/>
          </a:prstGeom>
          <a:noFill/>
          <a:ln w="12700">
            <a:solidFill>
              <a:srgbClr val="2941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11810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200400" y="3118104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process and database checks prevent premature traffic.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40080" y="3913632"/>
            <a:ext cx="10881360" cy="0"/>
          </a:xfrm>
          <a:prstGeom prst="line">
            <a:avLst/>
          </a:prstGeom>
          <a:noFill/>
          <a:ln w="12700">
            <a:solidFill>
              <a:srgbClr val="29413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0873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200400" y="408736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target 70%; backend 2–6 replicas, frontend 2–4.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40080" y="4882896"/>
            <a:ext cx="10881360" cy="0"/>
          </a:xfrm>
          <a:prstGeom prst="line">
            <a:avLst/>
          </a:prstGeom>
          <a:noFill/>
          <a:ln w="12700">
            <a:solidFill>
              <a:srgbClr val="2941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0566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200400" y="505663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StatefulSet + PVC; migrations run with an advisory lock.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GITOPS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running release can be traced back to Git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530352" y="149961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 are identified by the full commit SHA.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83112" cy="0"/>
          </a:xfrm>
          <a:prstGeom prst="line">
            <a:avLst/>
          </a:prstGeom>
          <a:noFill/>
          <a:ln w="12700">
            <a:solidFill>
              <a:srgbClr val="2941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OPSPULSE  /  CHHAVI AHLAWAT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4922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214884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immutable image tags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43000" y="269748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publishes backend and frontend images to GHCR.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48640" y="345643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345643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only after the gates pass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143000" y="4005072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workflow updates production image tags in Git.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48640" y="476402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4764024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Reconcile the declared state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143000" y="5312664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Argo CD reads the Helm chart and values, then syncs, self-heals and prunes.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OBSERVABILITY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help explain user-facing symptoms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530352" y="149961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Prometheus, Grafana and structured logs are configured alongside the app.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83112" cy="0"/>
          </a:xfrm>
          <a:prstGeom prst="line">
            <a:avLst/>
          </a:prstGeom>
          <a:noFill/>
          <a:ln w="12700">
            <a:solidFill>
              <a:srgbClr val="2941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OPSPULSE  /  CHHAVI AHLAWAT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4922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signals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5120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· errors · latency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status codes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CPU and memory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0" y="22860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signals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400800" y="2971800"/>
            <a:ext cx="5120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incidents by severity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Declarations and resolutions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duration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40080" y="4800600"/>
            <a:ext cx="10881360" cy="0"/>
          </a:xfrm>
          <a:prstGeom prst="line">
            <a:avLst/>
          </a:prstGeom>
          <a:noFill/>
          <a:ln w="12700">
            <a:solidFill>
              <a:srgbClr val="2941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51206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Alerts: unavailable backend, elevated errors, high latency and an open SEV1.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0080" y="59436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is implemented; no live monitoring screenshots are claimed.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CLOUD DEMONSTRATION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is prepared for a short, controlled demo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530352" y="149961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project: Hello World  ·  Sydney: ap-southeast-2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83112" cy="0"/>
          </a:xfrm>
          <a:prstGeom prst="line">
            <a:avLst/>
          </a:prstGeom>
          <a:noFill/>
          <a:ln w="12700">
            <a:solidFill>
              <a:srgbClr val="2941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OPSPULSE  /  CHHAVI AHLAWAT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4922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7600" dirty="0"/>
          </a:p>
        </p:txBody>
      </p:sp>
      <p:sp>
        <p:nvSpPr>
          <p:cNvPr id="9" name="Text 7"/>
          <p:cNvSpPr/>
          <p:nvPr/>
        </p:nvSpPr>
        <p:spPr>
          <a:xfrm>
            <a:off x="685800" y="36118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 in the verified plan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0" y="2377440"/>
            <a:ext cx="50292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 1.35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t3.medium workers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Encrypted database volume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port-forward access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640080" y="5212080"/>
            <a:ext cx="10881360" cy="0"/>
          </a:xfrm>
          <a:prstGeom prst="line">
            <a:avLst/>
          </a:prstGeom>
          <a:noFill/>
          <a:ln w="12700">
            <a:solidFill>
              <a:srgbClr val="2941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55138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A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DEPLOYED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931920" y="5468112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for the demo, then tear down. Total budget: $1–$2.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ENGINEERING LESSONS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 parts shaped the implementation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530352" y="149961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issues turned into specific engineering decisions.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83112" cy="0"/>
          </a:xfrm>
          <a:prstGeom prst="line">
            <a:avLst/>
          </a:prstGeom>
          <a:noFill/>
          <a:ln w="12700">
            <a:solidFill>
              <a:srgbClr val="2941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OPSPULSE  /  CHHAVI AHLAWAT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4922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 migrations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937760" y="228600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PostgreSQL advisory lock before changing the schema.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640080" y="3236976"/>
            <a:ext cx="10881360" cy="0"/>
          </a:xfrm>
          <a:prstGeom prst="line">
            <a:avLst/>
          </a:prstGeom>
          <a:noFill/>
          <a:ln w="12700">
            <a:solidFill>
              <a:srgbClr val="2941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520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Overlapping outages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937760" y="352044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intervals so downtime is not counted twice.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640080" y="4471416"/>
            <a:ext cx="10881360" cy="0"/>
          </a:xfrm>
          <a:prstGeom prst="line">
            <a:avLst/>
          </a:prstGeom>
          <a:noFill/>
          <a:ln w="12700">
            <a:solidFill>
              <a:srgbClr val="29413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754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Deferred Terraform values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937760" y="475488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 the EBS policy dependency to the storage add-on.</a:t>
            </a:r>
            <a:endParaRPr lang="en-US" sz="2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8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OUTCOME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product with a reproducible delivery path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530352" y="149961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OpsPulse connects incident response to the engineering system that ships it.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83112" cy="0"/>
          </a:xfrm>
          <a:prstGeom prst="line">
            <a:avLst/>
          </a:prstGeom>
          <a:noFill/>
          <a:ln w="12700">
            <a:solidFill>
              <a:srgbClr val="2941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967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OPSPULSE  /  CHHAVI AHLAWAT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4922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and verified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40080" y="3035808"/>
            <a:ext cx="51663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workflows and public status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UI and documented API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passing tests and 97% coverage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gates + kind/Helm smoke test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0" y="2331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4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milestones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400800" y="3035808"/>
            <a:ext cx="51663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and tear down the AWS demo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authentication and permissions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notifications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ED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external health probes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0080" y="5852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github.com/Chhavi07-arch/OpsPulse-devops-platform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OpsPulse — Mission Control</dc:title>
  <dc:subject>Session 21 — Final DevOps Project</dc:subject>
  <dc:creator>Chhavi Ahlawat</dc:creator>
  <cp:lastModifiedBy>Chhavi Ahlawat</cp:lastModifiedBy>
  <cp:revision>1</cp:revision>
  <dcterms:created xsi:type="dcterms:W3CDTF">2026-10-14T17:45:34Z</dcterms:created>
  <dcterms:modified xsi:type="dcterms:W3CDTF">2026-10-14T17:45:34Z</dcterms:modified>
</cp:coreProperties>
</file>